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81" r:id="rId6"/>
    <p:sldId id="257" r:id="rId7"/>
    <p:sldId id="278" r:id="rId8"/>
    <p:sldId id="279" r:id="rId9"/>
    <p:sldId id="258" r:id="rId10"/>
    <p:sldId id="28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57" d="100"/>
          <a:sy n="57" d="100"/>
        </p:scale>
        <p:origin x="1016" y="2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86E0-702E-92D2-D020-B468DEEB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FC1C4-579A-0770-A573-70E67E972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8B295-7ACB-4202-0C69-12B6A4F83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77317-C2DB-4180-CF03-791DA4E69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149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0" y="3909653"/>
            <a:ext cx="9110547" cy="3200400"/>
          </a:xfrm>
        </p:spPr>
        <p:txBody>
          <a:bodyPr anchor="ctr"/>
          <a:lstStyle/>
          <a:p>
            <a:r>
              <a:rPr lang="sv-S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 &amp; Analysis on Namma Yatri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044D-C6C0-58C9-A6C3-8343CF2A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2646-3BFA-E43B-6F04-7B57E418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81" y="440581"/>
            <a:ext cx="2895600" cy="13255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0C9A-6A36-1A52-A0C5-A899173BD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63" y="1822268"/>
            <a:ext cx="4390793" cy="3269589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derive actionable business decisions from trip data insights to optimize revenue, reduce cancellations, and improve customer experience.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4FAE50-E603-A15A-5F66-93239DED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Findings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Actions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2148" y="487018"/>
            <a:ext cx="4775325" cy="1386387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D58C5-6027-3FCD-DD73-D42DF206FE39}"/>
              </a:ext>
            </a:extLst>
          </p:cNvPr>
          <p:cNvSpPr txBox="1"/>
          <p:nvPr/>
        </p:nvSpPr>
        <p:spPr>
          <a:xfrm>
            <a:off x="5508702" y="1873405"/>
            <a:ext cx="52187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Time Period : Night Trips dominate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Cancellations(Driver Vs Customer): Customers contribute more to cancellations.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Quotes vs completed Trips: Conversion rate drops sharply at night.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9834" y="431925"/>
            <a:ext cx="4962293" cy="1196154"/>
          </a:xfrm>
        </p:spPr>
        <p:txBody>
          <a:bodyPr/>
          <a:lstStyle/>
          <a:p>
            <a:r>
              <a:rPr lang="en-US" dirty="0"/>
              <a:t>Critical Findings</a:t>
            </a:r>
            <a:br>
              <a:rPr lang="en-US" dirty="0"/>
            </a:br>
            <a:endParaRPr lang="en-US" dirty="0"/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35" r="89965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E73CAD0-0DC7-AEC0-C7F4-EFC534F8EE3A}"/>
              </a:ext>
            </a:extLst>
          </p:cNvPr>
          <p:cNvSpPr txBox="1"/>
          <p:nvPr/>
        </p:nvSpPr>
        <p:spPr>
          <a:xfrm>
            <a:off x="546409" y="1880418"/>
            <a:ext cx="86644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Demand &amp; Revenue: Night generate the highest revenue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Cancellations: Customer cancellation rate relatively higher than Driver.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Conversions: </a:t>
            </a:r>
            <a:r>
              <a:rPr lang="en-US" dirty="0">
                <a:solidFill>
                  <a:schemeClr val="accent6"/>
                </a:solidFill>
              </a:rPr>
              <a:t>High morning conversion (70%) but weak at night (50%).</a:t>
            </a:r>
            <a:endParaRPr lang="en-US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Customer Behavior: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: Visualization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04A983-44BD-707A-7671-BFF62ACE46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22388" y="2531627"/>
            <a:ext cx="853529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Demand &amp; Revenue: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surge pricing and driver incentives in evening peak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Cancellations: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driver cancellation penalties and customer rebooking discounts.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Conversions: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offers during low-conversion periods (Night).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5366" y="406400"/>
            <a:ext cx="7825554" cy="463395"/>
          </a:xfrm>
        </p:spPr>
        <p:txBody>
          <a:bodyPr/>
          <a:lstStyle/>
          <a:p>
            <a:r>
              <a:rPr lang="en-US" dirty="0"/>
              <a:t>Strategic Actions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09096E5-9248-9C2E-52D2-DB17FD31C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40809"/>
            <a:ext cx="6096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 Pricing: Match supply and demand by time period.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Driver Reliability Score: Reward consistent drivers, reduce cancellations.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Loyalty Programs: Boost repeat rides and improve quote-to-trip conversions.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Operational Efficiency: Adjust driver allocation in peak hours.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{D912B5DC-51A4-4966-91D4-AC28B29727A9}tf67328976_win32</Template>
  <TotalTime>124</TotalTime>
  <Words>241</Words>
  <Application>Microsoft Office PowerPoint</Application>
  <PresentationFormat>Widescreen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Tenorite</vt:lpstr>
      <vt:lpstr>Times New Roman</vt:lpstr>
      <vt:lpstr>Custom</vt:lpstr>
      <vt:lpstr>Visualisation &amp; Analysis on Namma Yatri Data</vt:lpstr>
      <vt:lpstr>Objective</vt:lpstr>
      <vt:lpstr>AGENDA</vt:lpstr>
      <vt:lpstr>Business Insights </vt:lpstr>
      <vt:lpstr>Critical Findings </vt:lpstr>
      <vt:lpstr>Recommendations</vt:lpstr>
      <vt:lpstr>Strategic Actions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Hritik Thorat</dc:creator>
  <cp:lastModifiedBy>Hritik Thorat</cp:lastModifiedBy>
  <cp:revision>4</cp:revision>
  <dcterms:created xsi:type="dcterms:W3CDTF">2025-09-07T06:29:01Z</dcterms:created>
  <dcterms:modified xsi:type="dcterms:W3CDTF">2025-09-11T01:59:34Z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