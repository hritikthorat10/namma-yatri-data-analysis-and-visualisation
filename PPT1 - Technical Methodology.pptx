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81" r:id="rId6"/>
    <p:sldId id="273" r:id="rId7"/>
    <p:sldId id="266" r:id="rId8"/>
    <p:sldId id="267" r:id="rId9"/>
    <p:sldId id="268" r:id="rId10"/>
    <p:sldId id="275" r:id="rId11"/>
    <p:sldId id="277" r:id="rId12"/>
    <p:sldId id="282" r:id="rId13"/>
    <p:sldId id="279" r:id="rId14"/>
    <p:sldId id="280" r:id="rId15"/>
    <p:sldId id="283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365" autoAdjust="0"/>
    <p:restoredTop sz="90655" autoAdjust="0"/>
  </p:normalViewPr>
  <p:slideViewPr>
    <p:cSldViewPr snapToGrid="0">
      <p:cViewPr varScale="1">
        <p:scale>
          <a:sx n="54" d="100"/>
          <a:sy n="54" d="100"/>
        </p:scale>
        <p:origin x="64" y="11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9873506" cy="2121177"/>
          </a:xfrm>
        </p:spPr>
        <p:txBody>
          <a:bodyPr anchor="b">
            <a:normAutofit/>
          </a:bodyPr>
          <a:lstStyle/>
          <a:p>
            <a:r>
              <a:rPr lang="sv-SE" b="1" dirty="0"/>
              <a:t>Visualisation &amp; </a:t>
            </a:r>
            <a:r>
              <a:rPr lang="sv-SE" sz="3200" b="1" dirty="0"/>
              <a:t>Analysis</a:t>
            </a:r>
            <a:r>
              <a:rPr lang="sv-SE" b="1" dirty="0"/>
              <a:t> on Namma Yatri Data</a:t>
            </a:r>
            <a:br>
              <a:rPr lang="sv-SE" b="1" dirty="0"/>
            </a:br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F3AE30C-200A-5F38-8005-98FE8BF6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55C89-9B83-943F-775D-B640051C519C}"/>
              </a:ext>
            </a:extLst>
          </p:cNvPr>
          <p:cNvSpPr txBox="1"/>
          <p:nvPr/>
        </p:nvSpPr>
        <p:spPr>
          <a:xfrm>
            <a:off x="128238" y="5402766"/>
            <a:ext cx="4611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Technical Methodology – Hritik Thorat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7D1939B-5A5E-1F26-861B-4B6D1E20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2985A-C5DB-2AC7-8423-E534289B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20F8F-D90C-E621-1F5A-67E913C85806}"/>
              </a:ext>
            </a:extLst>
          </p:cNvPr>
          <p:cNvSpPr txBox="1"/>
          <p:nvPr/>
        </p:nvSpPr>
        <p:spPr>
          <a:xfrm>
            <a:off x="702527" y="2828835"/>
            <a:ext cx="6007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Namma</a:t>
            </a:r>
            <a:r>
              <a:rPr lang="en-US" dirty="0"/>
              <a:t> Yatri, developed by </a:t>
            </a:r>
            <a:r>
              <a:rPr lang="en-US" dirty="0" err="1"/>
              <a:t>Juspay</a:t>
            </a:r>
            <a:r>
              <a:rPr lang="en-US" dirty="0"/>
              <a:t>, is a Direct-to-Driver open mobility platform that powers next-generation mobility applications in India. Since its official launch in January 2023, it has become Bengaluru's most beloved auto app.</a:t>
            </a:r>
          </a:p>
        </p:txBody>
      </p:sp>
    </p:spTree>
    <p:extLst>
      <p:ext uri="{BB962C8B-B14F-4D97-AF65-F5344CB8AC3E}">
        <p14:creationId xmlns:p14="http://schemas.microsoft.com/office/powerpoint/2010/main" val="55491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87A7-5196-F000-4AC6-C8892468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0" y="328295"/>
            <a:ext cx="4235450" cy="1325563"/>
          </a:xfrm>
        </p:spPr>
        <p:txBody>
          <a:bodyPr/>
          <a:lstStyle/>
          <a:p>
            <a:r>
              <a:rPr lang="en-IN" dirty="0"/>
              <a:t>Purpose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40A4-88F4-3C3B-FBD1-5204F03BD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50" y="1848513"/>
            <a:ext cx="5518150" cy="3269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data analysis findings to inform technical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system optimization, feature enhancement,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insights into actionable development tasks.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Objective: Understand user behavior, ride performance, and revenue drivers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Actionable insights and technical suggestions.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13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15C-7790-7E45-12CE-A27836CC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80" y="431907"/>
            <a:ext cx="10058400" cy="761894"/>
          </a:xfrm>
        </p:spPr>
        <p:txBody>
          <a:bodyPr>
            <a:normAutofit fontScale="90000"/>
          </a:bodyPr>
          <a:lstStyle/>
          <a:p>
            <a:br>
              <a:rPr lang="en-IN" sz="2200" dirty="0"/>
            </a:br>
            <a:r>
              <a:rPr lang="en-IN" sz="2200" b="1" dirty="0"/>
              <a:t>Data Integration and Structure</a:t>
            </a:r>
            <a:br>
              <a:rPr lang="en-IN" sz="2200" dirty="0"/>
            </a:br>
            <a:endParaRPr lang="en-IN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3AF995-0417-6E1F-0AF7-B06536DB0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0398" y="1164444"/>
            <a:ext cx="4187563" cy="1823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data sources and tables (Assembly, Duration, Payment, Trip Details, Trips)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the data joins and relationships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of data types and potential normalization/optimization.</a:t>
            </a:r>
          </a:p>
        </p:txBody>
      </p:sp>
    </p:spTree>
    <p:extLst>
      <p:ext uri="{BB962C8B-B14F-4D97-AF65-F5344CB8AC3E}">
        <p14:creationId xmlns:p14="http://schemas.microsoft.com/office/powerpoint/2010/main" val="2890904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B82-F470-9A2E-AF5D-4D88E1A5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1" y="1009127"/>
            <a:ext cx="8541572" cy="1378473"/>
          </a:xfrm>
        </p:spPr>
        <p:txBody>
          <a:bodyPr>
            <a:normAutofit fontScale="90000"/>
          </a:bodyPr>
          <a:lstStyle/>
          <a:p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br>
              <a:rPr lang="en-IN" sz="4800" u="sng" dirty="0"/>
            </a:br>
            <a:r>
              <a:rPr lang="en-IN" b="1" dirty="0"/>
              <a:t>Handling Peak Demand</a:t>
            </a:r>
            <a:br>
              <a:rPr lang="en-IN" sz="4800" u="sng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CC38A6-E5FF-D0A8-09ED-58D18E1615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0558" y="1959630"/>
            <a:ext cx="6523379" cy="406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Highlighting peak demand periods (8-10 AM, 5-8 PM).  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Implications for server load, database performance, and scalability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 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load balancing, caching, and queue management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  </a:t>
            </a: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1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5963-2A38-BFA5-5A7E-720E599B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580" y="300725"/>
            <a:ext cx="5598758" cy="1325563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Revenue-Related Data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6F09-9C3B-7EE2-F4AB-8E62214B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580" y="2133602"/>
            <a:ext cx="5314278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fare data and its relation to trip duration and time of day.  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Considerations for dynamic pricing algorithms or surge pricing features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Secure and efficient handling of payment data</a:t>
            </a:r>
          </a:p>
          <a:p>
            <a:pPr marL="0" indent="0">
              <a:buNone/>
            </a:pPr>
            <a:r>
              <a:rPr lang="en-IN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Considerations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fare calculation logic.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with payment gateways.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security and compliance (e.g., PCI DSS).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3D94E-7E0D-113B-0D26-6F7E40CA8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558" y="2108201"/>
            <a:ext cx="5104504" cy="416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3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9A6A-BB7C-FAC7-9342-EC9C6790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41F0-374B-8982-4D1E-F49D6A4E5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508001"/>
            <a:ext cx="6883400" cy="1193799"/>
          </a:xfrm>
        </p:spPr>
        <p:txBody>
          <a:bodyPr>
            <a:normAutofit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Data and Analysis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544BD-EE33-015E-E930-721EE5311A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06536"/>
            <a:ext cx="8240358" cy="3685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location data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loc_from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loc_to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Assembly).   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 and opportunities related to location accuracy, geocoding, and routing.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high-performing zones and implications for service availability.  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mapping libraries and APIs.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location-based queries.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location updates and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65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3CF3-C17C-2801-0F1A-C6E682C1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02D7-19D2-BBB7-CAB9-B69BC0EA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917" y="0"/>
            <a:ext cx="8853917" cy="1325563"/>
          </a:xfrm>
        </p:spPr>
        <p:txBody>
          <a:bodyPr>
            <a:normAutofit/>
          </a:bodyPr>
          <a:lstStyle/>
          <a:p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Behaviour - Feature Development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963CDC-E3CA-672C-E978-795448BE4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2884" y="1526854"/>
            <a:ext cx="8208083" cy="4903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user interactions (searches, estimates, quotes, OTP).  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into user behaviour and potential areas for feature improvement.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on the impact of quote searches on trip completion.  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search and quote functionality.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interface/user experience (UI/UX) considerations.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 and analytics for user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tracking.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IN" sz="16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312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E586-A7DE-C82E-C83F-124A3F46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0" y="326125"/>
            <a:ext cx="7378700" cy="132556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Cancellations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26AF9-6856-F940-65B8-9927DA1C7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37" y="1363133"/>
            <a:ext cx="10058400" cy="4131733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>
              <a:effectLst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cancellation rates and their impact on the system.  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strategies for reducing cancellations (e.g., real-time updates, communication features).  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cancellation reason tracking.  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cancellation mechanisms.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systems and real-time updates.</a:t>
            </a:r>
          </a:p>
          <a:p>
            <a:pPr>
              <a:buNone/>
            </a:pP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Data storage and analysis of cancellation reasons.</a:t>
            </a:r>
          </a:p>
        </p:txBody>
      </p:sp>
    </p:spTree>
    <p:extLst>
      <p:ext uri="{BB962C8B-B14F-4D97-AF65-F5344CB8AC3E}">
        <p14:creationId xmlns:p14="http://schemas.microsoft.com/office/powerpoint/2010/main" val="1511256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FE9B-85EC-25C6-7225-3C3C74018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476733"/>
            <a:ext cx="8831118" cy="1325563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8512E-60A6-C7B4-2507-0B062D1DA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67" y="1548554"/>
            <a:ext cx="10058400" cy="3760891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IN" dirty="0">
              <a:effectLst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key performance indicators (KPIs) (e.g., response time, error rates).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monitoring, testing, and optimizing system performance.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scalability and reliability.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Technical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testing and performance profiling.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 and refactoring.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infrastructure and resource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308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AA02-DB92-91B6-42EC-29194A14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484" y="153546"/>
            <a:ext cx="7226300" cy="132556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Design and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41FBD-02DF-F033-59C3-9557734D5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07" y="1794205"/>
            <a:ext cx="4851400" cy="3269589"/>
          </a:xfrm>
        </p:spPr>
        <p:txBody>
          <a:bodyPr>
            <a:normAutofit fontScale="77500" lnSpcReduction="20000"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API endpoints and data exchange formats.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considerations for APIs.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API versioning and documentation.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design principles (e.g., RESTful APIs).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authorization.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serialization and deserialization (e.g., JSON).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50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447B-09F8-E850-6ADA-94A0DB19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3529"/>
            <a:ext cx="10058400" cy="1450757"/>
          </a:xfrm>
        </p:spPr>
        <p:txBody>
          <a:bodyPr>
            <a:normAutofit/>
          </a:bodyPr>
          <a:lstStyle/>
          <a:p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Development- Next Steps</a:t>
            </a:r>
            <a:b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A9322-DC50-59DF-4014-161A22C92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982" y="1543794"/>
            <a:ext cx="5577939" cy="3936672"/>
          </a:xfrm>
        </p:spPr>
        <p:txBody>
          <a:bodyPr>
            <a:normAutofit fontScale="77500" lnSpcReduction="20000"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Roadmap for implementing recommended features and optimizations.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of development tasks.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 for new technologies or architectural changes.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Discussion Points: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streaming.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914400" algn="l"/>
              </a:tabLst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predictive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091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C42E-25C1-5D9D-2AFB-831B06F5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11" y="664186"/>
            <a:ext cx="4924796" cy="1325563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8C675-3D6C-787E-C9CF-028968726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77" y="2115872"/>
            <a:ext cx="4924796" cy="3269589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 forum for developers to ask questions and discuss implementation details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02474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49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E9E6DF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633</Words>
  <Application>Microsoft Office PowerPoint</Application>
  <PresentationFormat>Widescreen</PresentationFormat>
  <Paragraphs>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Tenorite</vt:lpstr>
      <vt:lpstr>Times New Roman</vt:lpstr>
      <vt:lpstr>Wingdings</vt:lpstr>
      <vt:lpstr>Custom</vt:lpstr>
      <vt:lpstr>Visualisation &amp; Analysis on Namma Yatri Data </vt:lpstr>
      <vt:lpstr>IntroDUCTION</vt:lpstr>
      <vt:lpstr>Purpose and Goals</vt:lpstr>
      <vt:lpstr> Data Integration and Structure </vt:lpstr>
      <vt:lpstr>           Handling Peak Demand  </vt:lpstr>
      <vt:lpstr>Revenue-Related Data Points</vt:lpstr>
      <vt:lpstr> Geospatial Data and Analysis </vt:lpstr>
      <vt:lpstr> User Behaviour - Feature Development</vt:lpstr>
      <vt:lpstr>Handling Cancellations</vt:lpstr>
      <vt:lpstr>System Performance</vt:lpstr>
      <vt:lpstr>API Design and Integration</vt:lpstr>
      <vt:lpstr> Future Development- Next Steps </vt:lpstr>
      <vt:lpstr>Questions and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Hritik Thorat</dc:creator>
  <cp:lastModifiedBy>Hritik Thorat</cp:lastModifiedBy>
  <cp:revision>3</cp:revision>
  <dcterms:created xsi:type="dcterms:W3CDTF">2025-09-07T06:29:01Z</dcterms:created>
  <dcterms:modified xsi:type="dcterms:W3CDTF">2025-09-11T01:55:57Z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